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re Sugar" charset="1" panose="00000000000000000000"/>
      <p:regular r:id="rId16"/>
    </p:embeddedFont>
    <p:embeddedFont>
      <p:font typeface="Zilla Slab" charset="1" panose="00000000000000000000"/>
      <p:regular r:id="rId17"/>
    </p:embeddedFont>
    <p:embeddedFont>
      <p:font typeface="Le Petit Cochon" charset="1" panose="000005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11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4.jpe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2" Target="../media/image2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jpe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jpe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jpe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5.jpeg" Type="http://schemas.openxmlformats.org/officeDocument/2006/relationships/image"/><Relationship Id="rId9" Target="../media/image3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3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7.jpe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94773" y="7153275"/>
            <a:ext cx="6942147" cy="6172200"/>
          </a:xfrm>
          <a:custGeom>
            <a:avLst/>
            <a:gdLst/>
            <a:ahLst/>
            <a:cxnLst/>
            <a:rect r="r" b="b" t="t" l="l"/>
            <a:pathLst>
              <a:path h="6172200" w="6942147">
                <a:moveTo>
                  <a:pt x="0" y="6172200"/>
                </a:moveTo>
                <a:lnTo>
                  <a:pt x="6942147" y="6172200"/>
                </a:lnTo>
                <a:lnTo>
                  <a:pt x="6942147" y="0"/>
                </a:lnTo>
                <a:lnTo>
                  <a:pt x="0" y="0"/>
                </a:lnTo>
                <a:lnTo>
                  <a:pt x="0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01180" y="-488392"/>
            <a:ext cx="10517036" cy="11168534"/>
          </a:xfrm>
          <a:custGeom>
            <a:avLst/>
            <a:gdLst/>
            <a:ahLst/>
            <a:cxnLst/>
            <a:rect r="r" b="b" t="t" l="l"/>
            <a:pathLst>
              <a:path h="11168534" w="10517036">
                <a:moveTo>
                  <a:pt x="0" y="0"/>
                </a:moveTo>
                <a:lnTo>
                  <a:pt x="10517036" y="0"/>
                </a:lnTo>
                <a:lnTo>
                  <a:pt x="10517036" y="11168534"/>
                </a:lnTo>
                <a:lnTo>
                  <a:pt x="0" y="1116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9376251">
            <a:off x="12311676" y="-3870385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5"/>
                </a:moveTo>
                <a:lnTo>
                  <a:pt x="7056339" y="5978645"/>
                </a:lnTo>
                <a:lnTo>
                  <a:pt x="7056339" y="0"/>
                </a:lnTo>
                <a:lnTo>
                  <a:pt x="0" y="0"/>
                </a:lnTo>
                <a:lnTo>
                  <a:pt x="0" y="597864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2277" y="7744055"/>
            <a:ext cx="5254476" cy="3028489"/>
          </a:xfrm>
          <a:custGeom>
            <a:avLst/>
            <a:gdLst/>
            <a:ahLst/>
            <a:cxnLst/>
            <a:rect r="r" b="b" t="t" l="l"/>
            <a:pathLst>
              <a:path h="3028489" w="5254476">
                <a:moveTo>
                  <a:pt x="0" y="0"/>
                </a:moveTo>
                <a:lnTo>
                  <a:pt x="5254477" y="0"/>
                </a:lnTo>
                <a:lnTo>
                  <a:pt x="5254477" y="3028490"/>
                </a:lnTo>
                <a:lnTo>
                  <a:pt x="0" y="30284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2579" y="297796"/>
            <a:ext cx="3833873" cy="3674129"/>
          </a:xfrm>
          <a:custGeom>
            <a:avLst/>
            <a:gdLst/>
            <a:ahLst/>
            <a:cxnLst/>
            <a:rect r="r" b="b" t="t" l="l"/>
            <a:pathLst>
              <a:path h="3674129" w="3833873">
                <a:moveTo>
                  <a:pt x="0" y="0"/>
                </a:moveTo>
                <a:lnTo>
                  <a:pt x="3833873" y="0"/>
                </a:lnTo>
                <a:lnTo>
                  <a:pt x="3833873" y="3674129"/>
                </a:lnTo>
                <a:lnTo>
                  <a:pt x="0" y="3674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58971" y="4511196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089074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19253" y="6342865"/>
            <a:ext cx="1040047" cy="1057253"/>
          </a:xfrm>
          <a:custGeom>
            <a:avLst/>
            <a:gdLst/>
            <a:ahLst/>
            <a:cxnLst/>
            <a:rect r="r" b="b" t="t" l="l"/>
            <a:pathLst>
              <a:path h="1057253" w="1040047">
                <a:moveTo>
                  <a:pt x="0" y="0"/>
                </a:moveTo>
                <a:lnTo>
                  <a:pt x="1040047" y="0"/>
                </a:lnTo>
                <a:lnTo>
                  <a:pt x="1040047" y="1057253"/>
                </a:lnTo>
                <a:lnTo>
                  <a:pt x="0" y="105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08966" y="614362"/>
            <a:ext cx="680250" cy="691504"/>
          </a:xfrm>
          <a:custGeom>
            <a:avLst/>
            <a:gdLst/>
            <a:ahLst/>
            <a:cxnLst/>
            <a:rect r="r" b="b" t="t" l="l"/>
            <a:pathLst>
              <a:path h="691504" w="680250">
                <a:moveTo>
                  <a:pt x="0" y="0"/>
                </a:moveTo>
                <a:lnTo>
                  <a:pt x="680250" y="0"/>
                </a:lnTo>
                <a:lnTo>
                  <a:pt x="680250" y="691504"/>
                </a:lnTo>
                <a:lnTo>
                  <a:pt x="0" y="691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82277" y="4578738"/>
            <a:ext cx="1820564" cy="1820564"/>
          </a:xfrm>
          <a:custGeom>
            <a:avLst/>
            <a:gdLst/>
            <a:ahLst/>
            <a:cxnLst/>
            <a:rect r="r" b="b" t="t" l="l"/>
            <a:pathLst>
              <a:path h="1820564" w="1820564">
                <a:moveTo>
                  <a:pt x="0" y="0"/>
                </a:moveTo>
                <a:lnTo>
                  <a:pt x="1820564" y="0"/>
                </a:lnTo>
                <a:lnTo>
                  <a:pt x="1820564" y="1820564"/>
                </a:lnTo>
                <a:lnTo>
                  <a:pt x="0" y="18205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15856" y="3315487"/>
            <a:ext cx="9999021" cy="19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4"/>
              </a:lnSpc>
            </a:pPr>
            <a:r>
              <a:rPr lang="en-US" sz="7791">
                <a:solidFill>
                  <a:srgbClr val="298133"/>
                </a:solidFill>
                <a:latin typeface="More Sugar"/>
                <a:ea typeface="More Sugar"/>
                <a:cs typeface="More Sugar"/>
                <a:sym typeface="More Sugar"/>
              </a:rPr>
              <a:t>WE DIDN’T INVENT THE INTERNET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85776" y="6957217"/>
            <a:ext cx="8316449" cy="57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4399">
                <a:solidFill>
                  <a:srgbClr val="298133"/>
                </a:solidFill>
                <a:latin typeface="Zilla Slab"/>
                <a:ea typeface="Zilla Slab"/>
                <a:cs typeface="Zilla Slab"/>
                <a:sym typeface="Zilla Slab"/>
              </a:rPr>
              <a:t>Presented by Anirudh Shridhar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3558" y="5703604"/>
            <a:ext cx="9999021" cy="69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</a:pPr>
            <a:r>
              <a:rPr lang="en-US" sz="5492">
                <a:solidFill>
                  <a:srgbClr val="C3D74E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THE FUNGI DID IT FIRST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325" y="9100351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3" y="0"/>
                </a:lnTo>
                <a:lnTo>
                  <a:pt x="851123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0788" y="614362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1736">
            <a:off x="2972295" y="481169"/>
            <a:ext cx="4490385" cy="6353418"/>
          </a:xfrm>
          <a:custGeom>
            <a:avLst/>
            <a:gdLst/>
            <a:ahLst/>
            <a:cxnLst/>
            <a:rect r="r" b="b" t="t" l="l"/>
            <a:pathLst>
              <a:path h="6353418" w="4490385">
                <a:moveTo>
                  <a:pt x="0" y="0"/>
                </a:moveTo>
                <a:lnTo>
                  <a:pt x="4490386" y="0"/>
                </a:lnTo>
                <a:lnTo>
                  <a:pt x="4490386" y="6353417"/>
                </a:lnTo>
                <a:lnTo>
                  <a:pt x="0" y="6353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11431">
            <a:off x="1059869" y="3841102"/>
            <a:ext cx="4293884" cy="5367355"/>
          </a:xfrm>
          <a:custGeom>
            <a:avLst/>
            <a:gdLst/>
            <a:ahLst/>
            <a:cxnLst/>
            <a:rect r="r" b="b" t="t" l="l"/>
            <a:pathLst>
              <a:path h="5367355" w="4293884">
                <a:moveTo>
                  <a:pt x="0" y="0"/>
                </a:moveTo>
                <a:lnTo>
                  <a:pt x="4293885" y="0"/>
                </a:lnTo>
                <a:lnTo>
                  <a:pt x="4293885" y="5367355"/>
                </a:lnTo>
                <a:lnTo>
                  <a:pt x="0" y="53673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64729" y="2109787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59336" y="2109787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13784" y="5527859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99990">
            <a:off x="7789445" y="4619083"/>
            <a:ext cx="3990038" cy="3990038"/>
          </a:xfrm>
          <a:custGeom>
            <a:avLst/>
            <a:gdLst/>
            <a:ahLst/>
            <a:cxnLst/>
            <a:rect r="r" b="b" t="t" l="l"/>
            <a:pathLst>
              <a:path h="3990038" w="3990038">
                <a:moveTo>
                  <a:pt x="0" y="0"/>
                </a:moveTo>
                <a:lnTo>
                  <a:pt x="3990038" y="0"/>
                </a:lnTo>
                <a:lnTo>
                  <a:pt x="3990038" y="3990037"/>
                </a:lnTo>
                <a:lnTo>
                  <a:pt x="0" y="399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90372">
            <a:off x="12874759" y="5045725"/>
            <a:ext cx="4705129" cy="3136753"/>
          </a:xfrm>
          <a:custGeom>
            <a:avLst/>
            <a:gdLst/>
            <a:ahLst/>
            <a:cxnLst/>
            <a:rect r="r" b="b" t="t" l="l"/>
            <a:pathLst>
              <a:path h="3136753" w="4705129">
                <a:moveTo>
                  <a:pt x="0" y="0"/>
                </a:moveTo>
                <a:lnTo>
                  <a:pt x="4705129" y="0"/>
                </a:lnTo>
                <a:lnTo>
                  <a:pt x="4705129" y="3136753"/>
                </a:lnTo>
                <a:lnTo>
                  <a:pt x="0" y="3136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692076" y="2024062"/>
            <a:ext cx="8091034" cy="79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  <a:spcBef>
                <a:spcPct val="0"/>
              </a:spcBef>
            </a:pPr>
            <a:r>
              <a:rPr lang="en-US" sz="3882">
                <a:solidFill>
                  <a:srgbClr val="298133"/>
                </a:solidFill>
                <a:latin typeface="Zilla Slab"/>
                <a:ea typeface="Zilla Slab"/>
                <a:cs typeface="Zilla Slab"/>
                <a:sym typeface="Zilla Slab"/>
              </a:rPr>
              <a:t>ARCHITECT</a:t>
            </a:r>
            <a:r>
              <a:rPr lang="en-US" sz="3882">
                <a:solidFill>
                  <a:srgbClr val="298133"/>
                </a:solidFill>
                <a:latin typeface="Zilla Slab"/>
                <a:ea typeface="Zilla Slab"/>
                <a:cs typeface="Zilla Slab"/>
                <a:sym typeface="Zilla Slab"/>
              </a:rPr>
              <a:t>URE OF CONNECTIVITY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415851" y="8174603"/>
            <a:ext cx="8029630" cy="925748"/>
            <a:chOff x="0" y="0"/>
            <a:chExt cx="10706173" cy="1234331"/>
          </a:xfrm>
        </p:grpSpPr>
        <p:sp>
          <p:nvSpPr>
            <p:cNvPr name="TextBox 15" id="15"/>
            <p:cNvSpPr txBox="true"/>
            <p:nvPr/>
          </p:nvSpPr>
          <p:spPr>
            <a:xfrm rot="-247898">
              <a:off x="7602" y="641806"/>
              <a:ext cx="3978451" cy="449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Telegraph lines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510990">
              <a:off x="6723403" y="245014"/>
              <a:ext cx="3978451" cy="449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Wifi mesh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887" y="8825698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584709">
            <a:off x="13240484" y="-3208397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39" y="5978644"/>
                </a:lnTo>
                <a:lnTo>
                  <a:pt x="7056339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80562" y="3249257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3" y="0"/>
                </a:lnTo>
                <a:lnTo>
                  <a:pt x="851123" y="865203"/>
                </a:lnTo>
                <a:lnTo>
                  <a:pt x="0" y="8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732183" y="-622513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2990850"/>
                </a:moveTo>
                <a:lnTo>
                  <a:pt x="2555817" y="2990850"/>
                </a:lnTo>
                <a:lnTo>
                  <a:pt x="2555817" y="0"/>
                </a:lnTo>
                <a:lnTo>
                  <a:pt x="0" y="0"/>
                </a:lnTo>
                <a:lnTo>
                  <a:pt x="0" y="29908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2564">
            <a:off x="1389072" y="3504751"/>
            <a:ext cx="8044495" cy="4514973"/>
          </a:xfrm>
          <a:custGeom>
            <a:avLst/>
            <a:gdLst/>
            <a:ahLst/>
            <a:cxnLst/>
            <a:rect r="r" b="b" t="t" l="l"/>
            <a:pathLst>
              <a:path h="4514973" w="8044495">
                <a:moveTo>
                  <a:pt x="0" y="0"/>
                </a:moveTo>
                <a:lnTo>
                  <a:pt x="8044494" y="0"/>
                </a:lnTo>
                <a:lnTo>
                  <a:pt x="8044494" y="4514973"/>
                </a:lnTo>
                <a:lnTo>
                  <a:pt x="0" y="4514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1933">
            <a:off x="10703585" y="1996604"/>
            <a:ext cx="4346395" cy="6119507"/>
          </a:xfrm>
          <a:custGeom>
            <a:avLst/>
            <a:gdLst/>
            <a:ahLst/>
            <a:cxnLst/>
            <a:rect r="r" b="b" t="t" l="l"/>
            <a:pathLst>
              <a:path h="6119507" w="4346395">
                <a:moveTo>
                  <a:pt x="0" y="0"/>
                </a:moveTo>
                <a:lnTo>
                  <a:pt x="4346395" y="0"/>
                </a:lnTo>
                <a:lnTo>
                  <a:pt x="4346395" y="6119507"/>
                </a:lnTo>
                <a:lnTo>
                  <a:pt x="0" y="61195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186593">
            <a:off x="2272985" y="8169640"/>
            <a:ext cx="6866597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map of the submarine optical fibre cables </a:t>
            </a:r>
          </a:p>
        </p:txBody>
      </p:sp>
      <p:sp>
        <p:nvSpPr>
          <p:cNvPr name="TextBox 11" id="11"/>
          <p:cNvSpPr txBox="true"/>
          <p:nvPr/>
        </p:nvSpPr>
        <p:spPr>
          <a:xfrm rot="160298">
            <a:off x="9307268" y="8387488"/>
            <a:ext cx="6866597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 section of the submarine cables</a:t>
            </a:r>
          </a:p>
        </p:txBody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0986" y="4645198"/>
            <a:ext cx="10036486" cy="7017177"/>
          </a:xfrm>
          <a:custGeom>
            <a:avLst/>
            <a:gdLst/>
            <a:ahLst/>
            <a:cxnLst/>
            <a:rect r="r" b="b" t="t" l="l"/>
            <a:pathLst>
              <a:path h="7017177" w="10036486">
                <a:moveTo>
                  <a:pt x="0" y="0"/>
                </a:moveTo>
                <a:lnTo>
                  <a:pt x="10036487" y="0"/>
                </a:lnTo>
                <a:lnTo>
                  <a:pt x="10036487" y="7017176"/>
                </a:lnTo>
                <a:lnTo>
                  <a:pt x="0" y="7017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63721" y="2401674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825698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0788" y="614362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10699" y="2282787"/>
            <a:ext cx="9004456" cy="1300428"/>
            <a:chOff x="0" y="0"/>
            <a:chExt cx="12005941" cy="1733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272037" y="0"/>
              <a:ext cx="1733904" cy="1733904"/>
            </a:xfrm>
            <a:custGeom>
              <a:avLst/>
              <a:gdLst/>
              <a:ahLst/>
              <a:cxnLst/>
              <a:rect r="r" b="b" t="t" l="l"/>
              <a:pathLst>
                <a:path h="1733904" w="1733904">
                  <a:moveTo>
                    <a:pt x="0" y="0"/>
                  </a:moveTo>
                  <a:lnTo>
                    <a:pt x="1733904" y="0"/>
                  </a:lnTo>
                  <a:lnTo>
                    <a:pt x="1733904" y="1733904"/>
                  </a:lnTo>
                  <a:lnTo>
                    <a:pt x="0" y="1733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322227">
              <a:off x="62513" y="166176"/>
              <a:ext cx="1401551" cy="1401551"/>
            </a:xfrm>
            <a:custGeom>
              <a:avLst/>
              <a:gdLst/>
              <a:ahLst/>
              <a:cxnLst/>
              <a:rect r="r" b="b" t="t" l="l"/>
              <a:pathLst>
                <a:path h="1401551" w="1401551">
                  <a:moveTo>
                    <a:pt x="0" y="0"/>
                  </a:moveTo>
                  <a:lnTo>
                    <a:pt x="1401551" y="0"/>
                  </a:lnTo>
                  <a:lnTo>
                    <a:pt x="1401551" y="1401552"/>
                  </a:lnTo>
                  <a:lnTo>
                    <a:pt x="0" y="1401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095404" y="452075"/>
              <a:ext cx="8665755" cy="1202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46"/>
                </a:lnSpc>
              </a:pPr>
              <a:r>
                <a:rPr lang="en-US" sz="6751">
                  <a:solidFill>
                    <a:srgbClr val="298133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DECENTRALISED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79822" y="4094675"/>
            <a:ext cx="9073806" cy="1377374"/>
            <a:chOff x="0" y="0"/>
            <a:chExt cx="12098408" cy="1836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0261909" y="0"/>
              <a:ext cx="1836498" cy="1836498"/>
            </a:xfrm>
            <a:custGeom>
              <a:avLst/>
              <a:gdLst/>
              <a:ahLst/>
              <a:cxnLst/>
              <a:rect r="r" b="b" t="t" l="l"/>
              <a:pathLst>
                <a:path h="1836498" w="1836498">
                  <a:moveTo>
                    <a:pt x="0" y="0"/>
                  </a:moveTo>
                  <a:lnTo>
                    <a:pt x="1836499" y="0"/>
                  </a:lnTo>
                  <a:lnTo>
                    <a:pt x="1836499" y="1836498"/>
                  </a:lnTo>
                  <a:lnTo>
                    <a:pt x="0" y="1836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55894">
              <a:off x="103683" y="217474"/>
              <a:ext cx="1401551" cy="1401551"/>
            </a:xfrm>
            <a:custGeom>
              <a:avLst/>
              <a:gdLst/>
              <a:ahLst/>
              <a:cxnLst/>
              <a:rect r="r" b="b" t="t" l="l"/>
              <a:pathLst>
                <a:path h="1401551" w="1401551">
                  <a:moveTo>
                    <a:pt x="0" y="0"/>
                  </a:moveTo>
                  <a:lnTo>
                    <a:pt x="1401551" y="0"/>
                  </a:lnTo>
                  <a:lnTo>
                    <a:pt x="1401551" y="1401551"/>
                  </a:lnTo>
                  <a:lnTo>
                    <a:pt x="0" y="1401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136574" y="520578"/>
              <a:ext cx="8665755" cy="1202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46"/>
                </a:lnSpc>
              </a:pPr>
              <a:r>
                <a:rPr lang="en-US" sz="6751">
                  <a:solidFill>
                    <a:srgbClr val="8CB92C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SELF - HEALING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10699" y="5792530"/>
            <a:ext cx="9126871" cy="1823141"/>
            <a:chOff x="0" y="0"/>
            <a:chExt cx="12169162" cy="2430855"/>
          </a:xfrm>
        </p:grpSpPr>
        <p:sp>
          <p:nvSpPr>
            <p:cNvPr name="Freeform 17" id="17"/>
            <p:cNvSpPr/>
            <p:nvPr/>
          </p:nvSpPr>
          <p:spPr>
            <a:xfrm flipH="false" flipV="false" rot="277381">
              <a:off x="54202" y="402754"/>
              <a:ext cx="1401551" cy="1401551"/>
            </a:xfrm>
            <a:custGeom>
              <a:avLst/>
              <a:gdLst/>
              <a:ahLst/>
              <a:cxnLst/>
              <a:rect r="r" b="b" t="t" l="l"/>
              <a:pathLst>
                <a:path h="1401551" w="1401551">
                  <a:moveTo>
                    <a:pt x="0" y="0"/>
                  </a:moveTo>
                  <a:lnTo>
                    <a:pt x="1401551" y="0"/>
                  </a:lnTo>
                  <a:lnTo>
                    <a:pt x="1401551" y="1401551"/>
                  </a:lnTo>
                  <a:lnTo>
                    <a:pt x="0" y="1401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966460" y="0"/>
              <a:ext cx="2202702" cy="2202702"/>
            </a:xfrm>
            <a:custGeom>
              <a:avLst/>
              <a:gdLst/>
              <a:ahLst/>
              <a:cxnLst/>
              <a:rect r="r" b="b" t="t" l="l"/>
              <a:pathLst>
                <a:path h="2202702" w="2202702">
                  <a:moveTo>
                    <a:pt x="0" y="0"/>
                  </a:moveTo>
                  <a:lnTo>
                    <a:pt x="2202702" y="0"/>
                  </a:lnTo>
                  <a:lnTo>
                    <a:pt x="2202702" y="2202702"/>
                  </a:lnTo>
                  <a:lnTo>
                    <a:pt x="0" y="220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024226" y="161925"/>
              <a:ext cx="8665755" cy="226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46"/>
                </a:lnSpc>
              </a:pPr>
              <a:r>
                <a:rPr lang="en-US" sz="6751">
                  <a:solidFill>
                    <a:srgbClr val="C3D74E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WIDE AREA NETWORK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38752" y="8381617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825698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0788" y="614362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2201">
            <a:off x="5998367" y="4003474"/>
            <a:ext cx="7931813" cy="5254826"/>
          </a:xfrm>
          <a:custGeom>
            <a:avLst/>
            <a:gdLst/>
            <a:ahLst/>
            <a:cxnLst/>
            <a:rect r="r" b="b" t="t" l="l"/>
            <a:pathLst>
              <a:path h="5254826" w="7931813">
                <a:moveTo>
                  <a:pt x="0" y="0"/>
                </a:moveTo>
                <a:lnTo>
                  <a:pt x="7931813" y="0"/>
                </a:lnTo>
                <a:lnTo>
                  <a:pt x="7931813" y="5254826"/>
                </a:lnTo>
                <a:lnTo>
                  <a:pt x="0" y="5254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4688">
            <a:off x="10774855" y="264235"/>
            <a:ext cx="7005379" cy="4676091"/>
          </a:xfrm>
          <a:custGeom>
            <a:avLst/>
            <a:gdLst/>
            <a:ahLst/>
            <a:cxnLst/>
            <a:rect r="r" b="b" t="t" l="l"/>
            <a:pathLst>
              <a:path h="4676091" w="7005379">
                <a:moveTo>
                  <a:pt x="0" y="0"/>
                </a:moveTo>
                <a:lnTo>
                  <a:pt x="7005379" y="0"/>
                </a:lnTo>
                <a:lnTo>
                  <a:pt x="7005379" y="4676090"/>
                </a:lnTo>
                <a:lnTo>
                  <a:pt x="0" y="46760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4261" y="4473527"/>
            <a:ext cx="8342643" cy="1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4"/>
              </a:lnSpc>
            </a:pPr>
            <a:r>
              <a:rPr lang="en-US" sz="10781">
                <a:solidFill>
                  <a:srgbClr val="2981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PANDO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472" y="3286554"/>
            <a:ext cx="8342643" cy="62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8"/>
              </a:lnSpc>
            </a:pPr>
            <a:r>
              <a:rPr lang="en-US" sz="4618">
                <a:solidFill>
                  <a:srgbClr val="298133"/>
                </a:solidFill>
                <a:latin typeface="Zilla Slab"/>
                <a:ea typeface="Zilla Slab"/>
                <a:cs typeface="Zilla Slab"/>
                <a:sym typeface="Zilla Slab"/>
              </a:rPr>
              <a:t>Meet</a:t>
            </a:r>
          </a:p>
        </p:txBody>
      </p:sp>
    </p:spTree>
  </p:cSld>
  <p:clrMapOvr>
    <a:masterClrMapping/>
  </p:clrMapOvr>
  <p:transition spd="fast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673" y="6628030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3"/>
                </a:lnTo>
                <a:lnTo>
                  <a:pt x="0" y="8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584709">
            <a:off x="13240484" y="-3208397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39" y="5978644"/>
                </a:lnTo>
                <a:lnTo>
                  <a:pt x="7056339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19730" y="1503133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732183" y="-622513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2990850"/>
                </a:moveTo>
                <a:lnTo>
                  <a:pt x="2555817" y="2990850"/>
                </a:lnTo>
                <a:lnTo>
                  <a:pt x="2555817" y="0"/>
                </a:lnTo>
                <a:lnTo>
                  <a:pt x="0" y="0"/>
                </a:lnTo>
                <a:lnTo>
                  <a:pt x="0" y="29908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0595">
            <a:off x="2124485" y="1704020"/>
            <a:ext cx="6469135" cy="4849143"/>
          </a:xfrm>
          <a:custGeom>
            <a:avLst/>
            <a:gdLst/>
            <a:ahLst/>
            <a:cxnLst/>
            <a:rect r="r" b="b" t="t" l="l"/>
            <a:pathLst>
              <a:path h="4849143" w="6469135">
                <a:moveTo>
                  <a:pt x="0" y="0"/>
                </a:moveTo>
                <a:lnTo>
                  <a:pt x="6469135" y="0"/>
                </a:lnTo>
                <a:lnTo>
                  <a:pt x="6469135" y="4849144"/>
                </a:lnTo>
                <a:lnTo>
                  <a:pt x="0" y="48491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158" t="0" r="0" b="-20132"/>
            </a:stretch>
          </a:blipFill>
        </p:spPr>
      </p:sp>
      <p:sp>
        <p:nvSpPr>
          <p:cNvPr name="Freeform 9" id="9"/>
          <p:cNvSpPr/>
          <p:nvPr/>
        </p:nvSpPr>
        <p:spPr>
          <a:xfrm>
            <a:off x="6210430" y="3133540"/>
            <a:ext cx="3307767" cy="995052"/>
          </a:xfrm>
          <a:custGeom>
            <a:avLst/>
            <a:gdLst/>
            <a:ahLst/>
            <a:cxnLst/>
            <a:rect r="r" b="b" t="t" l="l"/>
            <a:pathLst>
              <a:path h="995052" w="3307767">
                <a:moveTo>
                  <a:pt x="3307766" y="0"/>
                </a:moveTo>
                <a:quadBezTo>
                  <a:pt x="1509525" y="17648"/>
                  <a:pt x="0" y="995052"/>
                </a:quadBezTo>
              </a:path>
            </a:pathLst>
          </a:custGeom>
          <a:ln cap="flat" w="38100">
            <a:solidFill>
              <a:srgbClr val="C3D74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6475627" y="2549312"/>
            <a:ext cx="9999021" cy="100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4"/>
              </a:lnSpc>
            </a:pPr>
            <a:r>
              <a:rPr lang="en-US" sz="7791">
                <a:solidFill>
                  <a:srgbClr val="C3D74E"/>
                </a:solidFill>
                <a:latin typeface="More Sugar"/>
                <a:ea typeface="More Sugar"/>
                <a:cs typeface="More Sugar"/>
                <a:sym typeface="More Sugar"/>
              </a:rPr>
              <a:t>PANDO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58127" y="4186119"/>
            <a:ext cx="5425335" cy="659901"/>
            <a:chOff x="0" y="0"/>
            <a:chExt cx="7233781" cy="879868"/>
          </a:xfrm>
        </p:grpSpPr>
        <p:sp>
          <p:nvSpPr>
            <p:cNvPr name="Freeform 12" id="12"/>
            <p:cNvSpPr/>
            <p:nvPr/>
          </p:nvSpPr>
          <p:spPr>
            <a:xfrm flipH="false" flipV="false" rot="69467">
              <a:off x="4458" y="212312"/>
              <a:ext cx="1383338" cy="455244"/>
            </a:xfrm>
            <a:custGeom>
              <a:avLst/>
              <a:gdLst/>
              <a:ahLst/>
              <a:cxnLst/>
              <a:rect r="r" b="b" t="t" l="l"/>
              <a:pathLst>
                <a:path h="455244" w="1383338">
                  <a:moveTo>
                    <a:pt x="0" y="0"/>
                  </a:moveTo>
                  <a:lnTo>
                    <a:pt x="1383338" y="0"/>
                  </a:lnTo>
                  <a:lnTo>
                    <a:pt x="1383338" y="455244"/>
                  </a:lnTo>
                  <a:lnTo>
                    <a:pt x="0" y="45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644034" y="114300"/>
              <a:ext cx="5589746" cy="765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3"/>
                </a:lnSpc>
              </a:pPr>
              <a:r>
                <a:rPr lang="en-US" sz="4355">
                  <a:solidFill>
                    <a:srgbClr val="8CB92C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42.8 HECTARES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853673" y="4896977"/>
            <a:ext cx="8316449" cy="53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</a:pPr>
            <a:r>
              <a:rPr lang="en-US" sz="4099">
                <a:solidFill>
                  <a:srgbClr val="C3D74E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Which is 106 acres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90338" y="5544042"/>
            <a:ext cx="5219928" cy="1175996"/>
            <a:chOff x="0" y="0"/>
            <a:chExt cx="6959904" cy="15679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489609" y="0"/>
              <a:ext cx="1470294" cy="1470294"/>
            </a:xfrm>
            <a:custGeom>
              <a:avLst/>
              <a:gdLst/>
              <a:ahLst/>
              <a:cxnLst/>
              <a:rect r="r" b="b" t="t" l="l"/>
              <a:pathLst>
                <a:path h="1470294" w="1470294">
                  <a:moveTo>
                    <a:pt x="0" y="0"/>
                  </a:moveTo>
                  <a:lnTo>
                    <a:pt x="1470295" y="0"/>
                  </a:lnTo>
                  <a:lnTo>
                    <a:pt x="1470295" y="1470294"/>
                  </a:lnTo>
                  <a:lnTo>
                    <a:pt x="0" y="1470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14300"/>
              <a:ext cx="5589746" cy="14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3"/>
                </a:lnSpc>
              </a:pPr>
              <a:r>
                <a:rPr lang="en-US" sz="4355">
                  <a:solidFill>
                    <a:srgbClr val="8CB92C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OR 80 FOOTBALL FIELDS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40699" y="6959180"/>
            <a:ext cx="13164445" cy="2975789"/>
            <a:chOff x="0" y="0"/>
            <a:chExt cx="17552594" cy="3967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77630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877630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877630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77630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755259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755259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55259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755259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632889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632889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632889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632889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510519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510519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510519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510519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388148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388148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388148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388148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265778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265778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265778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265778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143408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143408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143408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143408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021037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021037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7021037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7021037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7898667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7898667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7898667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7898667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8776297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8776297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8776297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8776297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9653926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9653926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9653926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9653926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0531556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0531556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0531556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10531556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11409186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11409186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1409186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1409186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2286816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12286816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12286816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2286816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13164445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13164445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13164445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13164445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14042075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14042075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14042075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4042075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4919705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14919705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4919705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4919705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29" y="0"/>
                  </a:lnTo>
                  <a:lnTo>
                    <a:pt x="877629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15797334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15797334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5797334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5797334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6674964" y="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16674964" y="1030030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29"/>
                  </a:lnTo>
                  <a:lnTo>
                    <a:pt x="0" y="877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16674964" y="206005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6674964" y="3090089"/>
              <a:ext cx="877630" cy="877630"/>
            </a:xfrm>
            <a:custGeom>
              <a:avLst/>
              <a:gdLst/>
              <a:ahLst/>
              <a:cxnLst/>
              <a:rect r="r" b="b" t="t" l="l"/>
              <a:pathLst>
                <a:path h="877630" w="877630">
                  <a:moveTo>
                    <a:pt x="0" y="0"/>
                  </a:moveTo>
                  <a:lnTo>
                    <a:pt x="877630" y="0"/>
                  </a:lnTo>
                  <a:lnTo>
                    <a:pt x="877630" y="877630"/>
                  </a:lnTo>
                  <a:lnTo>
                    <a:pt x="0" y="87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95479" y="428764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3"/>
                </a:lnTo>
                <a:lnTo>
                  <a:pt x="0" y="8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0325" y="8998326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3" y="0"/>
                </a:lnTo>
                <a:lnTo>
                  <a:pt x="851123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8578037">
            <a:off x="12018128" y="8094815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39" y="5978644"/>
                </a:lnTo>
                <a:lnTo>
                  <a:pt x="7056339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62945">
            <a:off x="2912303" y="6126977"/>
            <a:ext cx="10517036" cy="11168534"/>
          </a:xfrm>
          <a:custGeom>
            <a:avLst/>
            <a:gdLst/>
            <a:ahLst/>
            <a:cxnLst/>
            <a:rect r="r" b="b" t="t" l="l"/>
            <a:pathLst>
              <a:path h="11168534" w="10517036">
                <a:moveTo>
                  <a:pt x="0" y="0"/>
                </a:moveTo>
                <a:lnTo>
                  <a:pt x="10517036" y="0"/>
                </a:lnTo>
                <a:lnTo>
                  <a:pt x="10517036" y="11168533"/>
                </a:lnTo>
                <a:lnTo>
                  <a:pt x="0" y="11168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2794">
            <a:off x="1098768" y="3237913"/>
            <a:ext cx="3934021" cy="5245361"/>
          </a:xfrm>
          <a:custGeom>
            <a:avLst/>
            <a:gdLst/>
            <a:ahLst/>
            <a:cxnLst/>
            <a:rect r="r" b="b" t="t" l="l"/>
            <a:pathLst>
              <a:path h="5245361" w="3934021">
                <a:moveTo>
                  <a:pt x="0" y="0"/>
                </a:moveTo>
                <a:lnTo>
                  <a:pt x="3934021" y="0"/>
                </a:lnTo>
                <a:lnTo>
                  <a:pt x="3934021" y="5245361"/>
                </a:lnTo>
                <a:lnTo>
                  <a:pt x="0" y="52453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55582">
            <a:off x="6254087" y="1630626"/>
            <a:ext cx="7227996" cy="4768307"/>
          </a:xfrm>
          <a:custGeom>
            <a:avLst/>
            <a:gdLst/>
            <a:ahLst/>
            <a:cxnLst/>
            <a:rect r="r" b="b" t="t" l="l"/>
            <a:pathLst>
              <a:path h="4768307" w="7227996">
                <a:moveTo>
                  <a:pt x="0" y="0"/>
                </a:moveTo>
                <a:lnTo>
                  <a:pt x="7227996" y="0"/>
                </a:lnTo>
                <a:lnTo>
                  <a:pt x="7227996" y="4768307"/>
                </a:lnTo>
                <a:lnTo>
                  <a:pt x="0" y="47683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882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2222">
            <a:off x="13378880" y="6464670"/>
            <a:ext cx="4388072" cy="3291054"/>
          </a:xfrm>
          <a:custGeom>
            <a:avLst/>
            <a:gdLst/>
            <a:ahLst/>
            <a:cxnLst/>
            <a:rect r="r" b="b" t="t" l="l"/>
            <a:pathLst>
              <a:path h="3291054" w="4388072">
                <a:moveTo>
                  <a:pt x="0" y="0"/>
                </a:moveTo>
                <a:lnTo>
                  <a:pt x="4388071" y="0"/>
                </a:lnTo>
                <a:lnTo>
                  <a:pt x="4388071" y="3291054"/>
                </a:lnTo>
                <a:lnTo>
                  <a:pt x="0" y="32910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61535" y="415091"/>
            <a:ext cx="7289706" cy="105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6751">
                <a:solidFill>
                  <a:srgbClr val="2981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MYCORRHIZAL FUNGI </a:t>
            </a: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181761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3"/>
                </a:lnTo>
                <a:lnTo>
                  <a:pt x="0" y="8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3139" y="8738309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3"/>
                </a:lnTo>
                <a:lnTo>
                  <a:pt x="0" y="86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0984">
            <a:off x="2249722" y="2183360"/>
            <a:ext cx="5220652" cy="6356958"/>
          </a:xfrm>
          <a:custGeom>
            <a:avLst/>
            <a:gdLst/>
            <a:ahLst/>
            <a:cxnLst/>
            <a:rect r="r" b="b" t="t" l="l"/>
            <a:pathLst>
              <a:path h="6356958" w="5220652">
                <a:moveTo>
                  <a:pt x="0" y="0"/>
                </a:moveTo>
                <a:lnTo>
                  <a:pt x="5220652" y="0"/>
                </a:lnTo>
                <a:lnTo>
                  <a:pt x="522065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2904">
            <a:off x="9734248" y="1190134"/>
            <a:ext cx="4537279" cy="6356958"/>
          </a:xfrm>
          <a:custGeom>
            <a:avLst/>
            <a:gdLst/>
            <a:ahLst/>
            <a:cxnLst/>
            <a:rect r="r" b="b" t="t" l="l"/>
            <a:pathLst>
              <a:path h="6356958" w="4537279">
                <a:moveTo>
                  <a:pt x="0" y="0"/>
                </a:moveTo>
                <a:lnTo>
                  <a:pt x="4537279" y="0"/>
                </a:lnTo>
                <a:lnTo>
                  <a:pt x="453727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204508">
            <a:off x="4043181" y="8766391"/>
            <a:ext cx="1869678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walnut </a:t>
            </a:r>
          </a:p>
        </p:txBody>
      </p:sp>
      <p:sp>
        <p:nvSpPr>
          <p:cNvPr name="TextBox 9" id="9"/>
          <p:cNvSpPr txBox="true"/>
          <p:nvPr/>
        </p:nvSpPr>
        <p:spPr>
          <a:xfrm rot="124420">
            <a:off x="11068910" y="7689204"/>
            <a:ext cx="1869678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ghost pipe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376251">
            <a:off x="-2499470" y="-2989322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4"/>
                </a:moveTo>
                <a:lnTo>
                  <a:pt x="7056340" y="5978644"/>
                </a:lnTo>
                <a:lnTo>
                  <a:pt x="7056340" y="0"/>
                </a:lnTo>
                <a:lnTo>
                  <a:pt x="0" y="0"/>
                </a:lnTo>
                <a:lnTo>
                  <a:pt x="0" y="5978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25887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31554" y="1131368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825698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2" y="0"/>
                </a:lnTo>
                <a:lnTo>
                  <a:pt x="851122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69784" y="1131368"/>
            <a:ext cx="851122" cy="865203"/>
          </a:xfrm>
          <a:custGeom>
            <a:avLst/>
            <a:gdLst/>
            <a:ahLst/>
            <a:cxnLst/>
            <a:rect r="r" b="b" t="t" l="l"/>
            <a:pathLst>
              <a:path h="865203" w="851122">
                <a:moveTo>
                  <a:pt x="0" y="0"/>
                </a:moveTo>
                <a:lnTo>
                  <a:pt x="851123" y="0"/>
                </a:lnTo>
                <a:lnTo>
                  <a:pt x="851123" y="865204"/>
                </a:lnTo>
                <a:lnTo>
                  <a:pt x="0" y="86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8663">
            <a:off x="444923" y="3001320"/>
            <a:ext cx="5698782" cy="3806786"/>
          </a:xfrm>
          <a:custGeom>
            <a:avLst/>
            <a:gdLst/>
            <a:ahLst/>
            <a:cxnLst/>
            <a:rect r="r" b="b" t="t" l="l"/>
            <a:pathLst>
              <a:path h="3806786" w="5698782">
                <a:moveTo>
                  <a:pt x="0" y="0"/>
                </a:moveTo>
                <a:lnTo>
                  <a:pt x="5698782" y="0"/>
                </a:lnTo>
                <a:lnTo>
                  <a:pt x="5698782" y="3806786"/>
                </a:lnTo>
                <a:lnTo>
                  <a:pt x="0" y="38067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3058">
            <a:off x="6509917" y="469483"/>
            <a:ext cx="5505832" cy="3929788"/>
          </a:xfrm>
          <a:custGeom>
            <a:avLst/>
            <a:gdLst/>
            <a:ahLst/>
            <a:cxnLst/>
            <a:rect r="r" b="b" t="t" l="l"/>
            <a:pathLst>
              <a:path h="3929788" w="5505832">
                <a:moveTo>
                  <a:pt x="0" y="0"/>
                </a:moveTo>
                <a:lnTo>
                  <a:pt x="5505833" y="0"/>
                </a:lnTo>
                <a:lnTo>
                  <a:pt x="5505833" y="3929788"/>
                </a:lnTo>
                <a:lnTo>
                  <a:pt x="0" y="39297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6270">
            <a:off x="12338507" y="3965071"/>
            <a:ext cx="5152586" cy="4295968"/>
          </a:xfrm>
          <a:custGeom>
            <a:avLst/>
            <a:gdLst/>
            <a:ahLst/>
            <a:cxnLst/>
            <a:rect r="r" b="b" t="t" l="l"/>
            <a:pathLst>
              <a:path h="4295968" w="5152586">
                <a:moveTo>
                  <a:pt x="0" y="0"/>
                </a:moveTo>
                <a:lnTo>
                  <a:pt x="5152585" y="0"/>
                </a:lnTo>
                <a:lnTo>
                  <a:pt x="5152585" y="4295969"/>
                </a:lnTo>
                <a:lnTo>
                  <a:pt x="0" y="4295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55941">
            <a:off x="6821953" y="6034084"/>
            <a:ext cx="4352868" cy="2880800"/>
          </a:xfrm>
          <a:custGeom>
            <a:avLst/>
            <a:gdLst/>
            <a:ahLst/>
            <a:cxnLst/>
            <a:rect r="r" b="b" t="t" l="l"/>
            <a:pathLst>
              <a:path h="2880800" w="4352868">
                <a:moveTo>
                  <a:pt x="0" y="0"/>
                </a:moveTo>
                <a:lnTo>
                  <a:pt x="4352868" y="0"/>
                </a:lnTo>
                <a:lnTo>
                  <a:pt x="4352868" y="2880800"/>
                </a:lnTo>
                <a:lnTo>
                  <a:pt x="0" y="2880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8481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94773" y="7153275"/>
            <a:ext cx="6942147" cy="6172200"/>
          </a:xfrm>
          <a:custGeom>
            <a:avLst/>
            <a:gdLst/>
            <a:ahLst/>
            <a:cxnLst/>
            <a:rect r="r" b="b" t="t" l="l"/>
            <a:pathLst>
              <a:path h="6172200" w="6942147">
                <a:moveTo>
                  <a:pt x="0" y="6172200"/>
                </a:moveTo>
                <a:lnTo>
                  <a:pt x="6942147" y="6172200"/>
                </a:lnTo>
                <a:lnTo>
                  <a:pt x="6942147" y="0"/>
                </a:lnTo>
                <a:lnTo>
                  <a:pt x="0" y="0"/>
                </a:lnTo>
                <a:lnTo>
                  <a:pt x="0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01180" y="-488392"/>
            <a:ext cx="10517036" cy="11168534"/>
          </a:xfrm>
          <a:custGeom>
            <a:avLst/>
            <a:gdLst/>
            <a:ahLst/>
            <a:cxnLst/>
            <a:rect r="r" b="b" t="t" l="l"/>
            <a:pathLst>
              <a:path h="11168534" w="10517036">
                <a:moveTo>
                  <a:pt x="0" y="0"/>
                </a:moveTo>
                <a:lnTo>
                  <a:pt x="10517036" y="0"/>
                </a:lnTo>
                <a:lnTo>
                  <a:pt x="10517036" y="11168534"/>
                </a:lnTo>
                <a:lnTo>
                  <a:pt x="0" y="1116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9376251">
            <a:off x="12311676" y="-3870385"/>
            <a:ext cx="7056340" cy="5978644"/>
          </a:xfrm>
          <a:custGeom>
            <a:avLst/>
            <a:gdLst/>
            <a:ahLst/>
            <a:cxnLst/>
            <a:rect r="r" b="b" t="t" l="l"/>
            <a:pathLst>
              <a:path h="5978644" w="7056340">
                <a:moveTo>
                  <a:pt x="0" y="5978645"/>
                </a:moveTo>
                <a:lnTo>
                  <a:pt x="7056339" y="5978645"/>
                </a:lnTo>
                <a:lnTo>
                  <a:pt x="7056339" y="0"/>
                </a:lnTo>
                <a:lnTo>
                  <a:pt x="0" y="0"/>
                </a:lnTo>
                <a:lnTo>
                  <a:pt x="0" y="597864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2277" y="7744055"/>
            <a:ext cx="5254476" cy="3028489"/>
          </a:xfrm>
          <a:custGeom>
            <a:avLst/>
            <a:gdLst/>
            <a:ahLst/>
            <a:cxnLst/>
            <a:rect r="r" b="b" t="t" l="l"/>
            <a:pathLst>
              <a:path h="3028489" w="5254476">
                <a:moveTo>
                  <a:pt x="0" y="0"/>
                </a:moveTo>
                <a:lnTo>
                  <a:pt x="5254477" y="0"/>
                </a:lnTo>
                <a:lnTo>
                  <a:pt x="5254477" y="3028490"/>
                </a:lnTo>
                <a:lnTo>
                  <a:pt x="0" y="30284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2579" y="297796"/>
            <a:ext cx="3833873" cy="3674129"/>
          </a:xfrm>
          <a:custGeom>
            <a:avLst/>
            <a:gdLst/>
            <a:ahLst/>
            <a:cxnLst/>
            <a:rect r="r" b="b" t="t" l="l"/>
            <a:pathLst>
              <a:path h="3674129" w="3833873">
                <a:moveTo>
                  <a:pt x="0" y="0"/>
                </a:moveTo>
                <a:lnTo>
                  <a:pt x="3833873" y="0"/>
                </a:lnTo>
                <a:lnTo>
                  <a:pt x="3833873" y="3674129"/>
                </a:lnTo>
                <a:lnTo>
                  <a:pt x="0" y="3674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15856" y="3432978"/>
            <a:ext cx="9656288" cy="40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09"/>
              </a:lnSpc>
            </a:pPr>
            <a:r>
              <a:rPr lang="en-US" sz="16499">
                <a:solidFill>
                  <a:srgbClr val="2981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THANK</a:t>
            </a:r>
          </a:p>
          <a:p>
            <a:pPr algn="ctr">
              <a:lnSpc>
                <a:spcPts val="15509"/>
              </a:lnSpc>
            </a:pPr>
            <a:r>
              <a:rPr lang="en-US" sz="16499">
                <a:solidFill>
                  <a:srgbClr val="298133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458971" y="4511196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0" y="0"/>
                </a:moveTo>
                <a:lnTo>
                  <a:pt x="2555817" y="0"/>
                </a:lnTo>
                <a:lnTo>
                  <a:pt x="2555817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1089074" y="-881062"/>
            <a:ext cx="2555817" cy="2990850"/>
          </a:xfrm>
          <a:custGeom>
            <a:avLst/>
            <a:gdLst/>
            <a:ahLst/>
            <a:cxnLst/>
            <a:rect r="r" b="b" t="t" l="l"/>
            <a:pathLst>
              <a:path h="2990850" w="2555817">
                <a:moveTo>
                  <a:pt x="2555817" y="2990849"/>
                </a:moveTo>
                <a:lnTo>
                  <a:pt x="0" y="2990849"/>
                </a:lnTo>
                <a:lnTo>
                  <a:pt x="0" y="0"/>
                </a:lnTo>
                <a:lnTo>
                  <a:pt x="2555817" y="0"/>
                </a:lnTo>
                <a:lnTo>
                  <a:pt x="2555817" y="299084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19253" y="6342865"/>
            <a:ext cx="1040047" cy="1057253"/>
          </a:xfrm>
          <a:custGeom>
            <a:avLst/>
            <a:gdLst/>
            <a:ahLst/>
            <a:cxnLst/>
            <a:rect r="r" b="b" t="t" l="l"/>
            <a:pathLst>
              <a:path h="1057253" w="1040047">
                <a:moveTo>
                  <a:pt x="0" y="0"/>
                </a:moveTo>
                <a:lnTo>
                  <a:pt x="1040047" y="0"/>
                </a:lnTo>
                <a:lnTo>
                  <a:pt x="1040047" y="1057253"/>
                </a:lnTo>
                <a:lnTo>
                  <a:pt x="0" y="105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08966" y="614362"/>
            <a:ext cx="680250" cy="691504"/>
          </a:xfrm>
          <a:custGeom>
            <a:avLst/>
            <a:gdLst/>
            <a:ahLst/>
            <a:cxnLst/>
            <a:rect r="r" b="b" t="t" l="l"/>
            <a:pathLst>
              <a:path h="691504" w="680250">
                <a:moveTo>
                  <a:pt x="0" y="0"/>
                </a:moveTo>
                <a:lnTo>
                  <a:pt x="680250" y="0"/>
                </a:lnTo>
                <a:lnTo>
                  <a:pt x="680250" y="691504"/>
                </a:lnTo>
                <a:lnTo>
                  <a:pt x="0" y="691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DAHCSufBxU8</dc:identifier>
  <dcterms:modified xsi:type="dcterms:W3CDTF">2011-08-01T06:04:30Z</dcterms:modified>
  <cp:revision>1</cp:revision>
  <dc:title>Febuary, 2026</dc:title>
</cp:coreProperties>
</file>